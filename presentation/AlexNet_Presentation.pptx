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4114800" cy="27432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6583680"/>
            <a:ext cx="8046720" cy="274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 III  ·  DEEP LEARNING FOR COMPUTER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AlexNet.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7D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 convolutional network.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FA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comparison to LeNet-5 on CIFAR-10.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AI Stream  ·  AAiT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8978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Abdulmunim Jundurahman Jemal</a:t>
            </a:r>
            <a:pPr indent="0" marL="0">
              <a:buNone/>
            </a:pPr>
            <a:r>
              <a:rPr lang="en-US" sz="1100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UGR/8625/14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1081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 Yonas</a:t>
            </a:r>
            <a:pPr indent="0" marL="0">
              <a:buNone/>
            </a:pPr>
            <a:r>
              <a:rPr lang="en-US" sz="1100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UGR/6912/14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3185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Eyob Derese</a:t>
            </a:r>
            <a:pPr indent="0" marL="0">
              <a:buNone/>
            </a:pPr>
            <a:r>
              <a:rPr lang="en-US" sz="1100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UGR/6771/14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agenda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1998 to 2012 — and what changed.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CNNs?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before deep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560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54380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LeNet-5 (1998)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4380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96596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 (2012)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840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754380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key innovations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4380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dropout, augmentation, GPU, LRN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196596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on CIFAR-10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65960" y="5806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Google Colab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5120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754380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analysis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3800" y="5806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 to see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CNNs matter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hand-crafted features to learned representations.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5440680" cy="34747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solidFill>
            <a:srgbClr val="5E8B7E"/>
          </a:solidFill>
          <a:ln w="12700">
            <a:solidFill>
              <a:srgbClr val="5E8B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2012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descriptors (SIFT, HOG)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(SVM, boosting) on top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plateaued on ImageNet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needed new feature engineering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5440680" cy="3474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514600"/>
            <a:ext cx="411480" cy="41148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AlexNet, 2012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34747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learned features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reused across tasks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top-5 error: 26.2% → 15.3%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Restarted deep learning as a field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“AlexNet did not invent the CNN. It made the CNN inevitable.”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LeNet-5 (LeCun et al., 1998)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convolutional blueprint, born to read handwritten digits.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pic>
        <p:nvPicPr>
          <p:cNvPr id="7" name="Image 0" descr="/sessions/serene-kind-pasteur/mnt/outputs/AlexNet_Project/figures/lenet5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11155680" cy="1783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526280"/>
            <a:ext cx="2651760" cy="1417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63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4937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~60k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3337560" y="4526280"/>
            <a:ext cx="2651760" cy="1417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4663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20440" y="4937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tanh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6126480" y="4526280"/>
            <a:ext cx="2651760" cy="1417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663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4937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8915400" y="4526280"/>
            <a:ext cx="2651760" cy="1417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4663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98280" y="4937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MNIST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a Sun SPARCstation in ~3 days. Read U.S. Postal ZIP codes in production.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 (Krizhevsky et al., 2012)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learnable layers, ~60M parameters, two GPUs in parallel.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pic>
        <p:nvPicPr>
          <p:cNvPr id="7" name="Image 0" descr="/sessions/serene-kind-pasteur/mnt/outputs/AlexNet_Project/figures/alexne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11155680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92040"/>
            <a:ext cx="265176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029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CB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5303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337560" y="4892040"/>
            <a:ext cx="265176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5029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CB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20440" y="5303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126480" y="4892040"/>
            <a:ext cx="265176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5029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CB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09360" y="5303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~60M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8915400" y="4892040"/>
            <a:ext cx="265176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5029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CB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TOP-5 ERROR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098280" y="5303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15.3 %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innovations that changed everything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idea is incremental on its own. Together they reset the field.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68880"/>
            <a:ext cx="2212848" cy="35204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68880"/>
            <a:ext cx="2212848" cy="86868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7512" y="3474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" y="39776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tanh — gradients flow, training ~6× faster.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61488" y="2468880"/>
            <a:ext cx="2212848" cy="35204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2468880"/>
            <a:ext cx="2212848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251460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926080" y="3474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39776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Stochastically zeroes FC units — regularizes 40M parameters.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0056" y="2468880"/>
            <a:ext cx="2212848" cy="35204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0056" y="2468880"/>
            <a:ext cx="2212848" cy="868680"/>
          </a:xfrm>
          <a:prstGeom prst="rect">
            <a:avLst/>
          </a:prstGeom>
          <a:solidFill>
            <a:srgbClr val="5E8B7E"/>
          </a:solidFill>
          <a:ln w="12700">
            <a:solidFill>
              <a:srgbClr val="5E8B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251460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184648" y="3474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84648" y="39776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flips, PCA jitter — multiplies the dataset ~2000×.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78624" y="2468880"/>
            <a:ext cx="2212848" cy="35204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2468880"/>
            <a:ext cx="2212848" cy="868680"/>
          </a:xfrm>
          <a:prstGeom prst="rect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251460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443216" y="3474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training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43216" y="39776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GTX 580s in parallel — model fits, training is tractable.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37192" y="2468880"/>
            <a:ext cx="2212848" cy="35204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37192" y="2468880"/>
            <a:ext cx="2212848" cy="868680"/>
          </a:xfrm>
          <a:prstGeom prst="rect">
            <a:avLst/>
          </a:prstGeom>
          <a:solidFill>
            <a:srgbClr val="8C5C6E"/>
          </a:solidFill>
          <a:ln w="12700">
            <a:solidFill>
              <a:srgbClr val="8C5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251460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701784" y="3474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Overlap + LRN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01784" y="39776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 with overlap and lateral inhibition between maps.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combination — not any single piece — is what reset the field.”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 by side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decision, in one table.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15568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3977640"/>
                <a:gridCol w="3977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LeNet-5  ·  1998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  ·  2012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learnable layers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learnable layers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~36,000,000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average, non-overlapping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max, overlapping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+ augmentation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GTX 580 GPUs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MNIST  (~70k digits)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 (~1.2M images)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on Google Colab — CIFAR-10, 20 epochs, T4 GPU.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— 10 classes, 32×32 RGB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train / 10,000 test images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AlexNet-style augmentation: random crops + flips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momentum 0.9, weight decay 5e-4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128, cosine LR (init 0.01)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Kaiming initialisation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2468880"/>
            <a:ext cx="5349240" cy="3840480"/>
          </a:xfrm>
          <a:prstGeom prst="rect">
            <a:avLst/>
          </a:prstGeom>
          <a:solidFill>
            <a:srgbClr val="10243F"/>
          </a:solidFill>
          <a:ln w="12700">
            <a:solidFill>
              <a:srgbClr val="1024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615184"/>
            <a:ext cx="118872" cy="11887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2615184"/>
            <a:ext cx="118872" cy="118872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4576" y="2615184"/>
            <a:ext cx="118872" cy="118872"/>
          </a:xfrm>
          <a:prstGeom prst="ellipse">
            <a:avLst/>
          </a:prstGeom>
          <a:solidFill>
            <a:srgbClr val="84A98C"/>
          </a:solidFill>
          <a:ln w="12700">
            <a:solidFill>
              <a:srgbClr val="84A9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578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alexnet.py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9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050" dirty="0">
                <a:solidFill>
                  <a:srgbClr val="F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AlexNet</a:t>
            </a:r>
            <a:pPr indent="0" marL="0">
              <a:buNone/>
            </a:pPr>
            <a:r>
              <a:rPr lang="en-US" sz="1050" dirty="0">
                <a:solidFill>
                  <a:srgbClr val="C7D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(nn.Module):
</a:t>
            </a:r>
            <a:pPr indent="0" marL="0">
              <a:buNone/>
            </a:pPr>
            <a:r>
              <a:rPr lang="en-US" sz="1050" dirty="0">
                <a:solidFill>
                  <a:srgbClr val="C7D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self.features = nn.Sequential(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nn.Conv2d(3, 64, 3,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nn.ReLU(</a:t>
            </a:r>
            <a:pPr indent="0" marL="0">
              <a:buNone/>
            </a:pPr>
            <a:r>
              <a:rPr lang="en-US" sz="1050" dirty="0">
                <a:solidFill>
                  <a:srgbClr val="F49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inplace=True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nn.LocalResponseNorm(5),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nn.MaxPool2d(3, 2,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nn.Conv2d(64, 192, 5, padding=2),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nn.ReLU(inplace=True),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nn.LocalResponseNorm(5),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nn.MaxPool2d(3, 2,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nn.Conv2d(192, 384, 3,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nn.ReLU(inplace=True),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nn.Conv2d(384, 256, 3,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nn.Conv2d(256, 256, 3, padding=1),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nn.ReLU(inplace=True),
</a:t>
            </a:r>
            <a:pPr indent="0" marL="0">
              <a:buNone/>
            </a:pPr>
            <a:r>
              <a:rPr lang="en-US" sz="1050" dirty="0">
                <a:solidFill>
                  <a:srgbClr val="AEC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nn.MaxPool2d(3, 2, padding=1),
</a:t>
            </a:r>
            <a:pPr indent="0" marL="0">
              <a:buNone/>
            </a:pPr>
            <a:r>
              <a:rPr lang="en-US" sz="1050" dirty="0">
                <a:solidFill>
                  <a:srgbClr val="C7D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to see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optimiser, same epochs — only the architecture changes.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pic>
        <p:nvPicPr>
          <p:cNvPr id="7" name="Image 0" descr="/sessions/serene-kind-pasteur/mnt/outputs/AlexNet_Project/figures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8880"/>
            <a:ext cx="67665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2468880"/>
            <a:ext cx="4114800" cy="1188720"/>
          </a:xfrm>
          <a:prstGeom prst="rect">
            <a:avLst/>
          </a:prstGeom>
          <a:solidFill>
            <a:srgbClr val="5E8B7E"/>
          </a:solidFill>
          <a:ln w="12700">
            <a:solidFill>
              <a:srgbClr val="5E8B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60-70 %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2668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 test accuracy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2668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capacity saturates fast.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89520" y="3794760"/>
            <a:ext cx="411480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80-90 %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26680" y="4389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test accuracy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× ReLU × regularisation.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5120640"/>
            <a:ext cx="4114800" cy="118872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~+20 pp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726680" y="5715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accuracy gain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across the whole run.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3276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are envelopes from published reimplementations — the notebook overwrites them with measured values.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AlexNet win?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effects compound — and removing any one closes the gap.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" y="2468880"/>
            <a:ext cx="3520440" cy="365760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" y="2468880"/>
            <a:ext cx="109728" cy="3657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7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28700" y="3840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8700" y="4480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~400× more parameters can represent richer features.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66260" y="2468880"/>
            <a:ext cx="3520440" cy="365760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6260" y="2468880"/>
            <a:ext cx="109728" cy="3657600"/>
          </a:xfrm>
          <a:prstGeom prst="rect">
            <a:avLst/>
          </a:prstGeom>
          <a:solidFill>
            <a:srgbClr val="5E8B7E"/>
          </a:solidFill>
          <a:ln w="12700">
            <a:solidFill>
              <a:srgbClr val="5E8B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202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5E8B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32020" y="3840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32020" y="4480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Kaiming keep gradients flowing through eight layers.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69580" y="2468880"/>
            <a:ext cx="3520440" cy="365760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9580" y="2468880"/>
            <a:ext cx="109728" cy="365760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534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96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435340" y="3840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Regularisation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35340" y="4480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and augmentation prevent the bigger model from memorising.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without optimisation = vanishing gradients. Optimisation without regularisation = overfitting. You need all three.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21440" y="411480"/>
            <a:ext cx="164592" cy="164592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 ·  Legacy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AlexNet still gets wrong — and what it set in motion.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155680" cy="10973"/>
          </a:xfrm>
          <a:prstGeom prst="rect">
            <a:avLst/>
          </a:prstGeom>
          <a:solidFill>
            <a:srgbClr val="D9D2C1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5440680" cy="374904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of params live in the FC layers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LRN superseded by batch normalisation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 conv1 wastes compute vs stacked 3×3s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by modern standards — no residual learning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memory footprint at training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5440680" cy="3749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514600"/>
            <a:ext cx="411480" cy="41148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34747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deep learning mainstream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 augmentation = still the recipe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VGG, GoogLeNet, ResNet, DenseNet, EfficientNet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proof that GPUs train deep nets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130,000 citations as of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LeNet-5  ·  CIFAR-10  ·  Group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4114800" cy="274320"/>
          </a:xfrm>
          <a:prstGeom prst="rect">
            <a:avLst/>
          </a:prstGeom>
          <a:solidFill>
            <a:srgbClr val="D9614C"/>
          </a:solidFill>
          <a:ln w="12700">
            <a:solidFill>
              <a:srgbClr val="D961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6583680"/>
            <a:ext cx="8046720" cy="274320"/>
          </a:xfrm>
          <a:prstGeom prst="rect">
            <a:avLst/>
          </a:prstGeom>
          <a:solidFill>
            <a:srgbClr val="F4ECDD"/>
          </a:solidFill>
          <a:ln w="12700">
            <a:solidFill>
              <a:srgbClr val="F4EC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7D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discussion.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7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AI Stream  ·  Assignment 3  ·  May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Abdulmunim Jundurahman Jemal  ·  Elizabet Yonas  ·  Eyob Derese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 vs LeNet-5 on CIFAR-10</dc:title>
  <dc:subject>PptxGenJS Presentation</dc:subject>
  <dc:creator>Group 1</dc:creator>
  <cp:lastModifiedBy>Group 1</cp:lastModifiedBy>
  <cp:revision>1</cp:revision>
  <dcterms:created xsi:type="dcterms:W3CDTF">2026-05-14T11:28:03Z</dcterms:created>
  <dcterms:modified xsi:type="dcterms:W3CDTF">2026-05-14T11:28:03Z</dcterms:modified>
</cp:coreProperties>
</file>